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豆巴思．呾瑪比傌" userId="c5c1f312-c734-4e52-8a1c-6b90732b736b" providerId="ADAL" clId="{BE657FB7-2F62-4E39-8B25-71E0E5DB3742}"/>
    <pc:docChg chg="modSld">
      <pc:chgData name="豆巴思．呾瑪比傌" userId="c5c1f312-c734-4e52-8a1c-6b90732b736b" providerId="ADAL" clId="{BE657FB7-2F62-4E39-8B25-71E0E5DB3742}" dt="2026-06-07T07:43:15.443" v="0" actId="20577"/>
      <pc:docMkLst>
        <pc:docMk/>
      </pc:docMkLst>
      <pc:sldChg chg="modSp mod">
        <pc:chgData name="豆巴思．呾瑪比傌" userId="c5c1f312-c734-4e52-8a1c-6b90732b736b" providerId="ADAL" clId="{BE657FB7-2F62-4E39-8B25-71E0E5DB3742}" dt="2026-06-07T07:43:15.443" v="0" actId="20577"/>
        <pc:sldMkLst>
          <pc:docMk/>
          <pc:sldMk cId="0" sldId="264"/>
        </pc:sldMkLst>
        <pc:spChg chg="mod">
          <ac:chgData name="豆巴思．呾瑪比傌" userId="c5c1f312-c734-4e52-8a1c-6b90732b736b" providerId="ADAL" clId="{BE657FB7-2F62-4E39-8B25-71E0E5DB3742}" dt="2026-06-07T07:43:15.443" v="0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A3A6E"/>
                </a:solidFill>
              </a:defRPr>
            </a:pPr>
            <a:r>
              <a:t>俄羅斯方塊 Tetris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計算機程式語言 期末專題報告</a:t>
            </a:r>
          </a:p>
          <a:p>
            <a:r>
              <a:t>Flask 前端 × C 遊戲引擎（ctypes）</a:t>
            </a:r>
          </a:p>
          <a:p>
            <a:r>
              <a:t>http://127.0.0.1:5000/tetris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A3A6E"/>
                </a:solidFill>
              </a:defRPr>
            </a:pPr>
            <a:r>
              <a:t>1. 專案整體架構設計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【運作方式】網頁 Canvas 顯示 + C DLL 負責遊戲邏輯（非 SDL / Console）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瀏覽器 ←JSON→ Flask ←ctypes→ lib/tetris_engine.dll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【Game Loop】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Input：鍵盤 ←↑↓→、空白鍵 → /tetris/api/input</a:t>
            </a:r>
          </a:p>
          <a:p>
            <a:pPr lvl="2">
              <a:defRPr sz="1300">
                <a:solidFill>
                  <a:srgbClr val="333333"/>
                </a:solidFill>
              </a:defRPr>
            </a:pPr>
            <a:r>
              <a:t>拼圖模式：滑鼠拖放 → /tetris/api/block/place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Update：C 引擎 engine_tick — 下落、碰撞、消行、加分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Render：game.js / puzzle.js 依 API 狀態重繪 Canvas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A3A6E"/>
                </a:solidFill>
              </a:defRPr>
            </a:pPr>
            <a:r>
              <a:t>1. 模組化設計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【C 引擎 c_engine/】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board.c — 棋盤記憶體與格子讀寫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physics.c — 移動、旋轉、碰撞、鎖定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tetromino.c — 七種方塊 I/O/T/L/J/S/Z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queue.c — 7-bag 出塊佇列（加分）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engine_api.c — 經典模式 10×20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block_puzzle_api.c — 拼圖模式 8×8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【其他】engine_bridge.py（ctypes）· app.py（路由）· game.js（繪圖）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A6E"/>
                </a:solidFill>
              </a:defRPr>
            </a:pPr>
            <a:r>
              <a:t>2. Pointer 與 Malloc — 動態遊戲地圖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83210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Board *board_create(int rows, int cols) {</a:t>
            </a:r>
            <a:br/>
            <a:r>
              <a:t>    Board *b = (Board *)malloc(sizeof(Board));</a:t>
            </a:r>
            <a:br/>
            <a:r>
              <a:t>    b-&gt;cells = (int *)malloc(rows * cols * sizeof(int));</a:t>
            </a:r>
            <a:br/>
            <a:r>
              <a:t>    // 失敗時 free(b)，避免 leak</a:t>
            </a:r>
            <a:br/>
            <a:r>
              <a:t>    return b;</a:t>
            </a:r>
            <a:br/>
            <a:r>
              <a:t>}</a:t>
            </a:r>
            <a:br/>
            <a:r>
              <a:t>// 一維 cells[row*cols+col] 模擬 20x10 二維棋盤</a:t>
            </a:r>
            <a:br/>
            <a:r>
              <a:t>int board_get(const Board *b, int row, int col);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120640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★ Game Over / engine_destroy 時呼叫 board_destroy → free(cells) 再 free(b)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A6E"/>
                </a:solidFill>
              </a:defRPr>
            </a:pPr>
            <a:r>
              <a:t>2. 指標傳遞遊戲狀態（Pass by Reference）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83210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int physics_move(Board *b, Piece *p, int dx, int dy) {</a:t>
            </a:r>
            <a:br/>
            <a:r>
              <a:t>    Piece trial = *p;</a:t>
            </a:r>
            <a:br/>
            <a:r>
              <a:t>    trial.x += dx;  trial.y += dy;</a:t>
            </a:r>
            <a:br/>
            <a:r>
              <a:t>    if (physics_can_place(b, &amp;trial)) {</a:t>
            </a:r>
            <a:br/>
            <a:r>
              <a:t>        *p = trial;   // 透過指標直接修改方塊</a:t>
            </a:r>
            <a:br/>
            <a:r>
              <a:t>        return 1;</a:t>
            </a:r>
            <a:br/>
            <a:r>
              <a:t>    }</a:t>
            </a:r>
            <a:br/>
            <a:r>
              <a:t>    return 0;</a:t>
            </a:r>
            <a:br/>
            <a:r>
              <a:t>}</a:t>
            </a:r>
            <a:br/>
            <a:r>
              <a:t>void engine_tick(int game_id);  // Game* g = game_slots[id]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120640"/>
            <a:ext cx="8321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避免複製整個 Game struct；用 -&gt; 運算子修改堆積上的遊戲狀態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A3A6E"/>
                </a:solidFill>
              </a:defRPr>
            </a:pPr>
            <a:r>
              <a:t>3. 資料結構的應用與設計理由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【二維陣列概念 Grid】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cells[row*cols+col] 表示 10×20 / 8×8 盤面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SHAPES[type][rot] 表示 7 種 Tetromino 旋轉形狀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快速判定：空格？整行滿？可否放置？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【結構體 Struct】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Piece { type, rotation, x, y } — 當前方塊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Game { Board*, Piece, IntQueue*, score, level } — 整局狀態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【環形 Queue】IntQueue — 7-bag 公平隨機出塊（加分項目）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A3A6E"/>
                </a:solidFill>
              </a:defRPr>
            </a:pPr>
            <a:r>
              <a:t>4. 與 Cursor 協作解決的具體問題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定位：Cursor 是高效助手，我是主導的架構師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① 旋轉與踢牆（Wall Kick）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physics_rotate + try_rotate 檢查旋轉後是否撞牆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② 記憶體 / ctypes 除錯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拼圖方塊不顯示 → 修正 slot_dr 扁平陣列讀取錯位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③ 程式碼重構</a:t>
            </a:r>
          </a:p>
          <a:p>
            <a:pPr lvl="1">
              <a:defRPr sz="1500">
                <a:solidFill>
                  <a:srgbClr val="333333"/>
                </a:solidFill>
              </a:defRPr>
            </a:pPr>
            <a:r>
              <a:t>拆成 board / physics / engine_api 等模組，Flask 僅路由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④ 遊戲邏輯：game over 判定、L 形貼邊 resolve_placement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A3A6E"/>
                </a:solidFill>
              </a:defRPr>
            </a:pPr>
            <a:r>
              <a:t>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三層架構：Browser → Flask → C DLL（ctypes）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Malloc/Free 對稱配置，Game Over 時完整釋放記憶體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Grid + Struct + Queue 讓遊戲邏輯清晰可維護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Cursor 加速實作與除錯，架構決策由開發者主導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defRPr sz="1700">
                <a:solidFill>
                  <a:srgbClr val="333333"/>
                </a:solidFill>
              </a:defRPr>
            </a:pPr>
            <a:r>
              <a:t>Demo：http://127.0.0.1:5000/tetris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GitHub：submission/ 內含 README 與完整文件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A3A6E"/>
                </a:solidFill>
              </a:defRPr>
            </a:pPr>
            <a:r>
              <a:rPr dirty="0" err="1"/>
              <a:t>謝謝聆聽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632</Words>
  <Application>Microsoft Office PowerPoint</Application>
  <PresentationFormat>如螢幕大小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俄羅斯方塊 Tetris</vt:lpstr>
      <vt:lpstr>1. 專案整體架構設計</vt:lpstr>
      <vt:lpstr>1. 模組化設計</vt:lpstr>
      <vt:lpstr>2. Pointer 與 Malloc — 動態遊戲地圖</vt:lpstr>
      <vt:lpstr>2. 指標傳遞遊戲狀態（Pass by Reference）</vt:lpstr>
      <vt:lpstr>3. 資料結構的應用與設計理由</vt:lpstr>
      <vt:lpstr>4. 與 Cursor 協作解決的具體問題</vt:lpstr>
      <vt:lpstr>總結</vt:lpstr>
      <vt:lpstr>謝謝聆聽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豆巴思．呾瑪比傌</cp:lastModifiedBy>
  <cp:revision>1</cp:revision>
  <dcterms:created xsi:type="dcterms:W3CDTF">2013-01-27T09:14:16Z</dcterms:created>
  <dcterms:modified xsi:type="dcterms:W3CDTF">2026-06-07T07:44:50Z</dcterms:modified>
  <cp:category/>
</cp:coreProperties>
</file>